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93"/>
    <p:restoredTop sz="94717"/>
  </p:normalViewPr>
  <p:slideViewPr>
    <p:cSldViewPr snapToGrid="0">
      <p:cViewPr varScale="1">
        <p:scale>
          <a:sx n="105" d="100"/>
          <a:sy n="105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A31E-0663-2CE3-C9F7-C57C5CEC6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42D81-27C8-6FAE-F8AA-42FF09C71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6CB20-6FA0-E365-DE15-1AE442E0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F61A9-36B7-0BB5-4756-4CDC8E89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39C9-B632-3C08-879A-754D8902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1878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506B-936B-9C7D-C4B4-C2E04FDF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3DC55-EAD8-269C-701A-F62E3B860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7C425-BC12-373B-B875-37C5A1DA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0B273-71A2-545E-4ECB-19AA87269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D7058-3708-C412-5F26-019702A3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1613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81D7-B0DC-FE37-463A-96068D95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20633-4BB7-CFE0-322A-7EAFA907E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EBE92-DBB4-F229-8D4C-DE0BBDE0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6940E-EB94-8A01-4355-7B3227ED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308F-BE55-587A-6C40-4FE2EEA1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48621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1247-0811-533F-03FD-5B7D36F0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7EC11-CEF8-A707-2A39-457CADD15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9E36B-B748-AE44-EB04-DDE2EEF35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59A7B-60B9-2161-8E5A-575F4465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BB687-4941-D394-B8F2-5B019AE3E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051E8-7BCB-B905-6976-417A1717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1922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C4F88-D82A-4610-6FEC-8725EB0E5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DCF00-D423-3D0B-2449-89D386B38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30F78-6FAB-04C2-AAA8-11289D05E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7F806-CE32-BAD1-71E3-A522CEEFA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FEFC59-083B-DFD2-8D9C-3DBE1547C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519F-9863-28D6-0FF8-E037D72F4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F35EA-AABA-BC14-1F77-AFAA1B2E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4FAA1-3E82-FC5D-7F98-330C4989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3231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A7D3-1C93-70D4-7F3E-CCF72653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965CB-2E76-54A7-AE97-9CC9167D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E0898-1F48-0AEC-E376-241C8F27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1713B-32FE-3EDD-B65B-1109A14B3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1760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60957-AEC3-3082-D578-5F5600D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DB824-5711-0123-DED6-28ECBECAA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856D0-53D7-3291-7B0C-0435ACE8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8877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1E34-D687-072D-7EB4-542E173B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ABB0A-247E-37DB-27A2-8B657D623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019B8-EC7B-238B-A856-37911D5D3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BC9DE-7380-DF19-48AD-67B9F004F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DD056-A0F3-D221-2A0A-C8B0BAE2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6B868-F537-5737-4391-F986C460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0920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932D-5328-5C93-8944-62766578E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F780A-D8C4-844A-0C85-351C62486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D8B4F-80E8-C683-4918-CBACE4A66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98D0C-1935-6B6A-F03A-4424676A3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ADF23-9F89-F998-6B35-5F6E6304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B4556-AA6A-E1D2-2D22-D37548E8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1993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D40A-F8DB-859F-616D-3B092039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F9372-571D-0EA5-E342-48224DB5A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69C80-A9EF-C5AB-064D-C4054F89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8583D-7E4F-FAE7-9E24-A1A46031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0E5F0-7EAA-2E4F-4A6F-0D661FC8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83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7708E-F03F-944E-1543-E0489CEB1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B2221-73FD-590C-116B-D0477D1D3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3E01E-103F-B1CA-612D-D1461E25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E70BD-952B-7766-A0FE-A6764D1C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F4FCB-27FF-DFF7-C986-5C62F4453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C1606-1D34-D441-A3BC-DAD6AD53A5CA}" type="slidenum"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22142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3F4B2-BC5B-8006-99C4-7BE21D0C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55508-7C8C-D3A9-960C-D06C0BBFC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993DE-46E1-5251-B1E8-78DA2622F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039EF-6ECD-F341-AFE6-1CA2FA0A7532}" type="datetimeFigureOut">
              <a:t>12/3/25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3CD0-CE5E-48C6-3829-838C75D3C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A6553-4869-E644-0703-315DBD602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C1606-1D34-D441-A3BC-DAD6AD53A5CA}" type="slidenum">
              <a:t>‹#›</a:t>
            </a:fld>
            <a:endParaRPr lang="en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EC263F-459E-BF57-07A2-BC99F78A90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E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56290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397B1D-6E1E-7392-06CD-D51B24E4F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16" r="6980"/>
          <a:stretch/>
        </p:blipFill>
        <p:spPr>
          <a:xfrm>
            <a:off x="0" y="551205"/>
            <a:ext cx="12192000" cy="5759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551001-BE48-A2CF-C56D-625824043AEC}"/>
              </a:ext>
            </a:extLst>
          </p:cNvPr>
          <p:cNvSpPr txBox="1"/>
          <p:nvPr/>
        </p:nvSpPr>
        <p:spPr>
          <a:xfrm>
            <a:off x="1335820" y="4018554"/>
            <a:ext cx="729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400">
                <a:solidFill>
                  <a:schemeClr val="bg1"/>
                </a:solidFill>
                <a:latin typeface="CiscoSansGlobalCond" pitchFamily="2" charset="-128"/>
                <a:ea typeface="CiscoSansGlobalCond" pitchFamily="2" charset="-128"/>
                <a:cs typeface="CiscoSansGlobalCond" pitchFamily="2" charset="-128"/>
              </a:rPr>
              <a:t>Vectors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D22EF-9F12-2EDE-6A9A-4AC9DCCB5506}"/>
              </a:ext>
            </a:extLst>
          </p:cNvPr>
          <p:cNvSpPr txBox="1"/>
          <p:nvPr/>
        </p:nvSpPr>
        <p:spPr>
          <a:xfrm>
            <a:off x="10172052" y="4018553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400">
                <a:solidFill>
                  <a:schemeClr val="bg1"/>
                </a:solidFill>
                <a:latin typeface="CiscoSansGlobalCond" pitchFamily="2" charset="-128"/>
                <a:ea typeface="CiscoSansGlobalCond" pitchFamily="2" charset="-128"/>
                <a:cs typeface="CiscoSansGlobalCond" pitchFamily="2" charset="-128"/>
              </a:rPr>
              <a:t>Logits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3719F-6119-ACFB-24DF-CCF2C92853CE}"/>
              </a:ext>
            </a:extLst>
          </p:cNvPr>
          <p:cNvSpPr txBox="1"/>
          <p:nvPr/>
        </p:nvSpPr>
        <p:spPr>
          <a:xfrm>
            <a:off x="3483276" y="4018552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400">
                <a:solidFill>
                  <a:schemeClr val="bg1"/>
                </a:solidFill>
                <a:latin typeface="CiscoSansGlobalCond" pitchFamily="2" charset="-128"/>
                <a:ea typeface="CiscoSansGlobalCond" pitchFamily="2" charset="-128"/>
                <a:cs typeface="CiscoSansGlobalCond" pitchFamily="2" charset="-128"/>
              </a:rPr>
              <a:t>Tensors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FF1405-2205-22E0-5AD3-82B79BD83020}"/>
              </a:ext>
            </a:extLst>
          </p:cNvPr>
          <p:cNvSpPr txBox="1"/>
          <p:nvPr/>
        </p:nvSpPr>
        <p:spPr>
          <a:xfrm>
            <a:off x="4365026" y="2686537"/>
            <a:ext cx="1786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400">
                <a:solidFill>
                  <a:schemeClr val="bg1"/>
                </a:solidFill>
                <a:latin typeface="CiscoSansGlobalCond" pitchFamily="2" charset="-128"/>
                <a:ea typeface="CiscoSansGlobalCond" pitchFamily="2" charset="-128"/>
                <a:cs typeface="CiscoSansGlobalCond" pitchFamily="2" charset="-128"/>
              </a:rPr>
              <a:t>(Attention mechanism)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9073D6-9EC0-E979-D4E2-3DA99B9FB10F}"/>
              </a:ext>
            </a:extLst>
          </p:cNvPr>
          <p:cNvCxnSpPr>
            <a:cxnSpLocks/>
          </p:cNvCxnSpPr>
          <p:nvPr/>
        </p:nvCxnSpPr>
        <p:spPr>
          <a:xfrm>
            <a:off x="1425036" y="4334984"/>
            <a:ext cx="57001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10A0A6-E338-36ED-D0C7-854B59288A57}"/>
              </a:ext>
            </a:extLst>
          </p:cNvPr>
          <p:cNvCxnSpPr>
            <a:cxnSpLocks/>
          </p:cNvCxnSpPr>
          <p:nvPr/>
        </p:nvCxnSpPr>
        <p:spPr>
          <a:xfrm>
            <a:off x="3563111" y="4321620"/>
            <a:ext cx="57001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375909-6BBF-481B-1A1E-563D2E535E7C}"/>
              </a:ext>
            </a:extLst>
          </p:cNvPr>
          <p:cNvCxnSpPr>
            <a:cxnSpLocks/>
          </p:cNvCxnSpPr>
          <p:nvPr/>
        </p:nvCxnSpPr>
        <p:spPr>
          <a:xfrm>
            <a:off x="10172052" y="4321620"/>
            <a:ext cx="57001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AAFB7E-189E-2F46-7647-2646822047BE}"/>
              </a:ext>
            </a:extLst>
          </p:cNvPr>
          <p:cNvSpPr txBox="1"/>
          <p:nvPr/>
        </p:nvSpPr>
        <p:spPr>
          <a:xfrm>
            <a:off x="7342704" y="4013843"/>
            <a:ext cx="753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400">
                <a:solidFill>
                  <a:schemeClr val="bg1"/>
                </a:solidFill>
                <a:latin typeface="CiscoSansGlobalCond" pitchFamily="2" charset="-128"/>
                <a:ea typeface="CiscoSansGlobalCond" pitchFamily="2" charset="-128"/>
                <a:cs typeface="CiscoSansGlobalCond" pitchFamily="2" charset="-128"/>
              </a:rPr>
              <a:t>Tensors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A20CB7-60DC-4E40-A31C-69653937AFEB}"/>
              </a:ext>
            </a:extLst>
          </p:cNvPr>
          <p:cNvCxnSpPr>
            <a:cxnSpLocks/>
          </p:cNvCxnSpPr>
          <p:nvPr/>
        </p:nvCxnSpPr>
        <p:spPr>
          <a:xfrm>
            <a:off x="7422539" y="4316911"/>
            <a:ext cx="57001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831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CiscoSansGlobalCond</vt:lpstr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Gomez (jgomez2)</dc:creator>
  <cp:lastModifiedBy>Julio Gomez (jgomez2)</cp:lastModifiedBy>
  <cp:revision>7</cp:revision>
  <dcterms:created xsi:type="dcterms:W3CDTF">2025-03-05T15:03:55Z</dcterms:created>
  <dcterms:modified xsi:type="dcterms:W3CDTF">2025-03-12T12:09:56Z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2025-03-05T15:09:20Z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c68a2a80-7355-4429-8d98-226a6c8df49c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Cisco Confidential</vt:lpwstr>
  </property>
</Properties>
</file>